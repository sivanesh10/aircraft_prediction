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91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FA4E651-C3D8-4DB8-A026-E8531C6AF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7272" y="4071597"/>
            <a:ext cx="7886700" cy="1286544"/>
          </a:xfrm>
          <a:noFill/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200"/>
              <a:t>AI-Based Aircraft Predictive Maintenance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601" y="5572126"/>
            <a:ext cx="7882041" cy="556964"/>
          </a:xfrm>
          <a:noFill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/>
              <a:t>Using Machine Learning for Failure Prediction &amp; Fleet Optimization</a:t>
            </a:r>
            <a:endParaRPr lang="en-IN" sz="2200"/>
          </a:p>
        </p:txBody>
      </p:sp>
      <p:pic>
        <p:nvPicPr>
          <p:cNvPr id="21" name="Picture 20" descr="Plane on tarmac">
            <a:extLst>
              <a:ext uri="{FF2B5EF4-FFF2-40B4-BE49-F238E27FC236}">
                <a16:creationId xmlns:a16="http://schemas.microsoft.com/office/drawing/2014/main" id="{2F7157FE-2679-8455-B9A2-FCE050BDB1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834"/>
          <a:stretch>
            <a:fillRect/>
          </a:stretch>
        </p:blipFill>
        <p:spPr>
          <a:xfrm>
            <a:off x="20" y="2"/>
            <a:ext cx="9143979" cy="39001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IN" sz="4700"/>
              <a:t>Problem Statement</a:t>
            </a:r>
          </a:p>
        </p:txBody>
      </p:sp>
      <p:pic>
        <p:nvPicPr>
          <p:cNvPr id="5" name="Picture 4" descr="Back view of an airplane">
            <a:extLst>
              <a:ext uri="{FF2B5EF4-FFF2-40B4-BE49-F238E27FC236}">
                <a16:creationId xmlns:a16="http://schemas.microsoft.com/office/drawing/2014/main" id="{9D9F1D7A-3FF3-0817-48DF-EA2F3BEF2A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75" r="38926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1900"/>
              <a:t>Traditional aircraft maintenance is either reactive or schedule-based.</a:t>
            </a:r>
          </a:p>
          <a:p>
            <a:pPr lvl="1"/>
            <a:r>
              <a:rPr lang="en-US" sz="1900"/>
              <a:t>Unexpected failures cause operational delays and financial losses.</a:t>
            </a:r>
          </a:p>
          <a:p>
            <a:pPr lvl="1"/>
            <a:r>
              <a:rPr lang="en-US" sz="1900"/>
              <a:t>Lack of intelligent system to predict component failure in advance.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IN" sz="4700"/>
              <a:t>Project Objectives</a:t>
            </a:r>
          </a:p>
        </p:txBody>
      </p:sp>
      <p:pic>
        <p:nvPicPr>
          <p:cNvPr id="5" name="Picture 4" descr="Plane in red circle">
            <a:extLst>
              <a:ext uri="{FF2B5EF4-FFF2-40B4-BE49-F238E27FC236}">
                <a16:creationId xmlns:a16="http://schemas.microsoft.com/office/drawing/2014/main" id="{0E25B275-37F5-6380-E323-681BB535A0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74" r="32573" b="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1900"/>
              <a:t>Predict Remaining Useful Life (RUL) of aircraft components.</a:t>
            </a:r>
          </a:p>
          <a:p>
            <a:pPr lvl="1"/>
            <a:r>
              <a:rPr lang="en-US" sz="1900"/>
              <a:t>Detect anomalies in real-time sensor data.</a:t>
            </a:r>
          </a:p>
          <a:p>
            <a:pPr lvl="1"/>
            <a:r>
              <a:rPr lang="en-US" sz="1900"/>
              <a:t>Reduce downtime and maintenance cost.</a:t>
            </a:r>
          </a:p>
          <a:p>
            <a:pPr lvl="1"/>
            <a:r>
              <a:rPr lang="en-US" sz="1900"/>
              <a:t>Improve overall flight safety and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IN" sz="4700"/>
              <a:t>Dataset Used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79B01-B3DB-284A-A888-31C57C348C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22" r="37719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IN" sz="1900"/>
              <a:t>NASA C-MAPSS Turbofan Engine Dataset (FD001).</a:t>
            </a:r>
          </a:p>
          <a:p>
            <a:pPr lvl="1"/>
            <a:r>
              <a:rPr lang="en-IN" sz="1900"/>
              <a:t>Multi-sensor time-series data.</a:t>
            </a:r>
          </a:p>
          <a:p>
            <a:pPr lvl="1"/>
            <a:r>
              <a:rPr lang="en-IN" sz="1900"/>
              <a:t>Includes engine cycles until failure.</a:t>
            </a:r>
          </a:p>
          <a:p>
            <a:pPr lvl="1"/>
            <a:r>
              <a:rPr lang="en-IN" sz="1900"/>
              <a:t>Used for RUL prediction and anomaly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IN" sz="4700"/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41BD7-B4CD-D039-A3C0-57A9330E6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3" r="52397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IN" sz="1900"/>
              <a:t>Data Collection → Preprocessing → Feature Engineering.</a:t>
            </a:r>
          </a:p>
          <a:p>
            <a:pPr lvl="1"/>
            <a:r>
              <a:rPr lang="en-IN" sz="1900"/>
              <a:t>Machine Learning Model (Random Forest + LSTM).</a:t>
            </a:r>
          </a:p>
          <a:p>
            <a:pPr lvl="1"/>
            <a:r>
              <a:rPr lang="en-IN" sz="1900"/>
              <a:t>Anomaly Detection using Isolation Forest.</a:t>
            </a:r>
          </a:p>
          <a:p>
            <a:pPr lvl="1"/>
            <a:r>
              <a:rPr lang="en-IN" sz="1900"/>
              <a:t>FastAPI Backend + Streamlit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IN" sz="4700"/>
              <a:t>Machine Learning Models</a:t>
            </a:r>
          </a:p>
        </p:txBody>
      </p:sp>
      <p:pic>
        <p:nvPicPr>
          <p:cNvPr id="5" name="Picture 4" descr="Sheep in bubbles">
            <a:extLst>
              <a:ext uri="{FF2B5EF4-FFF2-40B4-BE49-F238E27FC236}">
                <a16:creationId xmlns:a16="http://schemas.microsoft.com/office/drawing/2014/main" id="{A770B3FA-E6A2-9377-3EDB-BAF905C45A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08" r="35439" b="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1900"/>
              <a:t>Random Forest (Baseline Model).</a:t>
            </a:r>
          </a:p>
          <a:p>
            <a:pPr lvl="1"/>
            <a:r>
              <a:rPr lang="en-US" sz="1900"/>
              <a:t>LSTM (Time-Series RUL Prediction).</a:t>
            </a:r>
          </a:p>
          <a:p>
            <a:pPr lvl="1"/>
            <a:r>
              <a:rPr lang="en-US" sz="1900"/>
              <a:t>Isolation Forest (Anomaly Detection).</a:t>
            </a:r>
          </a:p>
          <a:p>
            <a:pPr lvl="1"/>
            <a:r>
              <a:rPr lang="en-US" sz="1900"/>
              <a:t>SHAP for Explainable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IN" sz="4700"/>
              <a:t>Dashboard Features</a:t>
            </a:r>
          </a:p>
        </p:txBody>
      </p:sp>
      <p:pic>
        <p:nvPicPr>
          <p:cNvPr id="5" name="Picture 4" descr="Speedometer">
            <a:extLst>
              <a:ext uri="{FF2B5EF4-FFF2-40B4-BE49-F238E27FC236}">
                <a16:creationId xmlns:a16="http://schemas.microsoft.com/office/drawing/2014/main" id="{042FEE01-5DB5-662C-11B4-653720F69A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73" r="3402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IN" sz="1900"/>
              <a:t>Auto-refresh every 5 seconds.</a:t>
            </a:r>
          </a:p>
          <a:p>
            <a:pPr lvl="1"/>
            <a:r>
              <a:rPr lang="en-IN" sz="1900"/>
              <a:t>Fleet comparison dropdown.</a:t>
            </a:r>
          </a:p>
          <a:p>
            <a:pPr lvl="1"/>
            <a:r>
              <a:rPr lang="en-IN" sz="1900"/>
              <a:t>Failure probability gauge.</a:t>
            </a:r>
          </a:p>
          <a:p>
            <a:pPr lvl="1"/>
            <a:r>
              <a:rPr lang="en-IN" sz="1900"/>
              <a:t>Anomaly heatmap visualization.</a:t>
            </a:r>
          </a:p>
          <a:p>
            <a:pPr lvl="1"/>
            <a:r>
              <a:rPr lang="en-IN" sz="1900"/>
              <a:t>Downloadable PDF maintenance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IN" sz="4700"/>
              <a:t>Key Results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1900"/>
              <a:t>Accurate RUL prediction using LSTM.</a:t>
            </a:r>
          </a:p>
          <a:p>
            <a:pPr lvl="1"/>
            <a:r>
              <a:rPr lang="en-US" sz="1900"/>
              <a:t>Early fault detection before breakdown.</a:t>
            </a:r>
          </a:p>
          <a:p>
            <a:pPr lvl="1"/>
            <a:r>
              <a:rPr lang="en-US" sz="1900"/>
              <a:t>Reduced maintenance cost.</a:t>
            </a:r>
          </a:p>
          <a:p>
            <a:pPr lvl="1"/>
            <a:r>
              <a:rPr lang="en-US" sz="1900"/>
              <a:t>Improved aircraft safety.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IN" sz="4700"/>
              <a:t>Advanced Enhancements</a:t>
            </a:r>
          </a:p>
        </p:txBody>
      </p:sp>
      <p:pic>
        <p:nvPicPr>
          <p:cNvPr id="5" name="Picture 4" descr="Airplanes on a road">
            <a:extLst>
              <a:ext uri="{FF2B5EF4-FFF2-40B4-BE49-F238E27FC236}">
                <a16:creationId xmlns:a16="http://schemas.microsoft.com/office/drawing/2014/main" id="{C371A095-5FC9-60F9-021C-189E620D9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46" r="29911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1900"/>
              <a:t>Digital Twin Simulation.</a:t>
            </a:r>
          </a:p>
          <a:p>
            <a:pPr lvl="1"/>
            <a:r>
              <a:rPr lang="en-US" sz="1900"/>
              <a:t>Fleet-wide predictive intelligence.</a:t>
            </a:r>
          </a:p>
          <a:p>
            <a:pPr lvl="1"/>
            <a:r>
              <a:rPr lang="en-US" sz="1900"/>
              <a:t>Weather-based degradation modeling.</a:t>
            </a:r>
          </a:p>
          <a:p>
            <a:pPr lvl="1"/>
            <a:r>
              <a:rPr lang="en-US" sz="1900"/>
              <a:t>Edge AI deployment on aircraft.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IN" sz="4300"/>
              <a:t>Conclusion &amp; Future Scope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1900"/>
              <a:t>AI enables predictive and condition-based maintenance.</a:t>
            </a:r>
          </a:p>
          <a:p>
            <a:pPr lvl="1"/>
            <a:r>
              <a:rPr lang="en-US" sz="1900"/>
              <a:t>Scalable for commercial fleets and UAV systems.</a:t>
            </a:r>
          </a:p>
          <a:p>
            <a:pPr lvl="1"/>
            <a:r>
              <a:rPr lang="en-US" sz="1900"/>
              <a:t>Future: Real-time edge deployment &amp; blockchain logging.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257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AI-Based Aircraft Predictive Maintenance System</vt:lpstr>
      <vt:lpstr>Problem Statement</vt:lpstr>
      <vt:lpstr>Project Objectives</vt:lpstr>
      <vt:lpstr>Dataset Used</vt:lpstr>
      <vt:lpstr>System Architecture</vt:lpstr>
      <vt:lpstr>Machine Learning Models</vt:lpstr>
      <vt:lpstr>Dashboard Features</vt:lpstr>
      <vt:lpstr>Key Results</vt:lpstr>
      <vt:lpstr>Advanced Enhancements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Subash Mahendran</dc:creator>
  <cp:keywords/>
  <dc:description>generated using python-pptx</dc:description>
  <cp:lastModifiedBy>Subash Mahendran</cp:lastModifiedBy>
  <cp:revision>2</cp:revision>
  <dcterms:created xsi:type="dcterms:W3CDTF">2013-01-27T09:14:16Z</dcterms:created>
  <dcterms:modified xsi:type="dcterms:W3CDTF">2026-03-02T12:27:11Z</dcterms:modified>
  <cp:category/>
</cp:coreProperties>
</file>